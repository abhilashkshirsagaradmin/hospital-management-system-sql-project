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11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4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1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4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0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7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2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42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9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8059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06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9308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28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82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6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3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6384" y="1801369"/>
            <a:ext cx="7973568" cy="2262781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SQL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hospital operations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Solve business problems using SQL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Showcase SQL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Repository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Hospital-Management-System-SQL/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Database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Dataset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SQL_Queries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Screenshots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README.md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Levels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03120"/>
            <a:ext cx="6591985" cy="3808102"/>
          </a:xfrm>
        </p:spPr>
        <p:txBody>
          <a:bodyPr>
            <a:noAutofit/>
          </a:bodyPr>
          <a:lstStyle/>
          <a:p>
            <a:pPr>
              <a:defRPr sz="2200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</a:p>
          <a:p>
            <a:pPr>
              <a:defRPr sz="2200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</a:t>
            </a:r>
          </a:p>
          <a:p>
            <a:pPr>
              <a:defRPr sz="2200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WHERE</a:t>
            </a:r>
          </a:p>
          <a:p>
            <a:pPr>
              <a:defRPr sz="2200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GROUP BY</a:t>
            </a:r>
          </a:p>
          <a:p>
            <a:pPr>
              <a:defRPr sz="2200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</a:p>
          <a:p>
            <a:pPr>
              <a:defRPr sz="2200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JOINS</a:t>
            </a:r>
          </a:p>
          <a:p>
            <a:pPr>
              <a:defRPr sz="2200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CASE</a:t>
            </a:r>
          </a:p>
          <a:p>
            <a:pPr>
              <a:defRPr sz="2200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Subqueries</a:t>
            </a:r>
          </a:p>
          <a:p>
            <a:pPr>
              <a:defRPr sz="2200"/>
            </a:pP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9A7E-7BB8-D9F3-777E-3EADAC82A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3EE7F-28DA-6F07-7802-AD7100E67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CTEs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Window Functions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918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Patient Analysis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Doctor Analysis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Appointment Analysis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Room Analysis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 Analysis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Staff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Git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94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Wisp</vt:lpstr>
      <vt:lpstr>Hospital Management System SQL Project</vt:lpstr>
      <vt:lpstr>Project Overview</vt:lpstr>
      <vt:lpstr>Repository Structure</vt:lpstr>
      <vt:lpstr>SQL Levels </vt:lpstr>
      <vt:lpstr>PowerPoint Presentation</vt:lpstr>
      <vt:lpstr>Business Questions</vt:lpstr>
      <vt:lpstr>Technologies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Abhilash Kshirsagar</cp:lastModifiedBy>
  <cp:revision>2</cp:revision>
  <dcterms:created xsi:type="dcterms:W3CDTF">2013-01-27T09:14:16Z</dcterms:created>
  <dcterms:modified xsi:type="dcterms:W3CDTF">2026-06-28T23:16:12Z</dcterms:modified>
  <cp:category/>
</cp:coreProperties>
</file>